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-1336" y="-6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Flag &amp; Logo Rendering with Transformations</a:t>
            </a:r>
          </a:p>
          <a:p>
            <a:r>
              <a:t>Using OpenGL and GLUT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sz="4000" dirty="0" smtClean="0"/>
              <a:t>Group Members</a:t>
            </a:r>
            <a:r>
              <a:rPr lang="en-US" sz="4000" dirty="0" smtClean="0"/>
              <a:t>                ID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 smtClean="0"/>
              <a:t>1. </a:t>
            </a:r>
            <a:r>
              <a:rPr dirty="0" err="1" smtClean="0"/>
              <a:t>Neima</a:t>
            </a:r>
            <a:r>
              <a:rPr dirty="0" smtClean="0"/>
              <a:t> </a:t>
            </a:r>
            <a:r>
              <a:rPr dirty="0" err="1" smtClean="0"/>
              <a:t>Berihun</a:t>
            </a:r>
            <a:r>
              <a:rPr dirty="0" smtClean="0"/>
              <a:t> </a:t>
            </a:r>
            <a:r>
              <a:rPr lang="en-US" dirty="0" smtClean="0"/>
              <a:t>                            </a:t>
            </a:r>
            <a:r>
              <a:rPr dirty="0" smtClean="0"/>
              <a:t>44029</a:t>
            </a:r>
          </a:p>
          <a:p>
            <a:r>
              <a:rPr dirty="0" smtClean="0"/>
              <a:t>2. Hayat </a:t>
            </a:r>
            <a:r>
              <a:rPr dirty="0" err="1" smtClean="0"/>
              <a:t>Getahun</a:t>
            </a:r>
            <a:r>
              <a:rPr dirty="0" smtClean="0"/>
              <a:t> </a:t>
            </a:r>
            <a:r>
              <a:rPr lang="en-US" dirty="0" smtClean="0"/>
              <a:t>                       </a:t>
            </a:r>
            <a:r>
              <a:rPr dirty="0" smtClean="0"/>
              <a:t> 43994</a:t>
            </a:r>
          </a:p>
          <a:p>
            <a:r>
              <a:rPr dirty="0" smtClean="0"/>
              <a:t>3. </a:t>
            </a:r>
            <a:r>
              <a:rPr dirty="0" err="1" smtClean="0"/>
              <a:t>Adebabay</a:t>
            </a:r>
            <a:r>
              <a:rPr dirty="0" smtClean="0"/>
              <a:t> </a:t>
            </a:r>
            <a:r>
              <a:rPr dirty="0" err="1" smtClean="0"/>
              <a:t>Semegew</a:t>
            </a:r>
            <a:r>
              <a:rPr lang="en-US" dirty="0" smtClean="0"/>
              <a:t>               43952/14</a:t>
            </a:r>
            <a:endParaRPr dirty="0" smtClean="0"/>
          </a:p>
          <a:p>
            <a:r>
              <a:rPr dirty="0" smtClean="0"/>
              <a:t>4. </a:t>
            </a:r>
            <a:r>
              <a:rPr dirty="0" err="1" smtClean="0"/>
              <a:t>Sendeq</a:t>
            </a:r>
            <a:r>
              <a:rPr dirty="0" smtClean="0"/>
              <a:t> </a:t>
            </a:r>
            <a:r>
              <a:rPr dirty="0" err="1" smtClean="0"/>
              <a:t>Ngussie</a:t>
            </a:r>
            <a:r>
              <a:rPr lang="en-US" dirty="0" smtClean="0"/>
              <a:t>                       44020/14</a:t>
            </a:r>
            <a:endParaRPr dirty="0" smtClean="0"/>
          </a:p>
          <a:p>
            <a:r>
              <a:rPr dirty="0" smtClean="0"/>
              <a:t>5. </a:t>
            </a:r>
            <a:r>
              <a:rPr dirty="0" err="1" smtClean="0"/>
              <a:t>Yosef</a:t>
            </a:r>
            <a:r>
              <a:rPr dirty="0" smtClean="0"/>
              <a:t> </a:t>
            </a:r>
            <a:r>
              <a:rPr dirty="0" err="1" smtClean="0"/>
              <a:t>Endalemaw</a:t>
            </a:r>
            <a:r>
              <a:rPr lang="en-US" dirty="0" smtClean="0"/>
              <a:t>                     44001/14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Render Pepsi Logo and EU Flag</a:t>
            </a:r>
          </a:p>
          <a:p>
            <a:pPr marL="0" indent="0">
              <a:buNone/>
            </a:pPr>
            <a:r>
              <a:rPr dirty="0"/>
              <a:t>• Apply OpenGL graphics concepts</a:t>
            </a:r>
          </a:p>
          <a:p>
            <a:pPr marL="0" indent="0">
              <a:buNone/>
            </a:pPr>
            <a:r>
              <a:rPr dirty="0"/>
              <a:t>• Use RGB colors and transformations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Course Concepts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Points</a:t>
            </a:r>
          </a:p>
          <a:p>
            <a:pPr marL="0" indent="0">
              <a:buNone/>
            </a:pPr>
            <a:r>
              <a:rPr dirty="0"/>
              <a:t>• Lines</a:t>
            </a:r>
          </a:p>
          <a:p>
            <a:pPr marL="0" indent="0">
              <a:buNone/>
            </a:pPr>
            <a:r>
              <a:rPr dirty="0"/>
              <a:t>• Polygons</a:t>
            </a:r>
          </a:p>
          <a:p>
            <a:pPr marL="0" indent="0">
              <a:buNone/>
            </a:pPr>
            <a:r>
              <a:rPr dirty="0"/>
              <a:t>• RGB Colors</a:t>
            </a:r>
          </a:p>
          <a:p>
            <a:pPr marL="0" indent="0">
              <a:buNone/>
            </a:pPr>
            <a:r>
              <a:rPr dirty="0"/>
              <a:t>• Transformations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Transformations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1. Translation</a:t>
            </a:r>
          </a:p>
          <a:p>
            <a:pPr marL="0" indent="0">
              <a:buNone/>
            </a:pPr>
            <a:r>
              <a:rPr dirty="0"/>
              <a:t>2. Rotation</a:t>
            </a:r>
          </a:p>
          <a:p>
            <a:pPr marL="0" indent="0">
              <a:buNone/>
            </a:pPr>
            <a:r>
              <a:rPr dirty="0"/>
              <a:t>3. Scaling</a:t>
            </a:r>
          </a:p>
          <a:p>
            <a:endParaRPr dirty="0"/>
          </a:p>
          <a:p>
            <a:r>
              <a:rPr dirty="0"/>
              <a:t>Implemented using OpenGL transformation functions.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RGB Color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colors were researched and implemented using RGB values.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Pepsi Logo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Circle rendering</a:t>
            </a:r>
          </a:p>
          <a:p>
            <a:pPr marL="0" indent="0">
              <a:buNone/>
            </a:pPr>
            <a:r>
              <a:rPr dirty="0"/>
              <a:t>• Wave design</a:t>
            </a:r>
          </a:p>
          <a:p>
            <a:pPr marL="0" indent="0">
              <a:buNone/>
            </a:pPr>
            <a:r>
              <a:rPr dirty="0"/>
              <a:t>• Rotation animation</a:t>
            </a:r>
          </a:p>
          <a:p>
            <a:pPr marL="0" indent="0">
              <a:buNone/>
            </a:pPr>
            <a:r>
              <a:rPr dirty="0"/>
              <a:t>• Text rendering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EU Flag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Blue rectangular background</a:t>
            </a:r>
          </a:p>
          <a:p>
            <a:pPr marL="0" indent="0">
              <a:buNone/>
            </a:pPr>
            <a:r>
              <a:rPr dirty="0"/>
              <a:t>• 12 golden stars</a:t>
            </a:r>
          </a:p>
          <a:p>
            <a:pPr marL="0" indent="0">
              <a:buNone/>
            </a:pPr>
            <a:r>
              <a:rPr dirty="0"/>
              <a:t>• Circular arrangement using trigonometry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Animation was added using timer functions.</a:t>
            </a:r>
          </a:p>
          <a:p>
            <a:r>
              <a:t>The Pepsi logo rotates continuously.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 Faced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Drawing smooth curves</a:t>
            </a:r>
          </a:p>
          <a:p>
            <a:pPr marL="0" indent="0">
              <a:buNone/>
            </a:pPr>
            <a:r>
              <a:rPr dirty="0"/>
              <a:t>• Positioning stars correctly</a:t>
            </a:r>
          </a:p>
          <a:p>
            <a:pPr marL="0" indent="0">
              <a:buNone/>
            </a:pPr>
            <a:r>
              <a:rPr dirty="0"/>
              <a:t>• Applying transformations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project successfully demonstrates OpenGL graphics concepts including primitives, colors, transformations, and animation.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178</Words>
  <Application>Microsoft Office PowerPoint</Application>
  <PresentationFormat>On-screen Show (4:3)</PresentationFormat>
  <Paragraphs>45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Project Title</vt:lpstr>
      <vt:lpstr>Group Members                ID</vt:lpstr>
      <vt:lpstr>Project Objective</vt:lpstr>
      <vt:lpstr>Course Concepts Used</vt:lpstr>
      <vt:lpstr>Transformations</vt:lpstr>
      <vt:lpstr>RGB Color Handling</vt:lpstr>
      <vt:lpstr>Pepsi Logo</vt:lpstr>
      <vt:lpstr>EU Flag</vt:lpstr>
      <vt:lpstr>Bonus Feature</vt:lpstr>
      <vt:lpstr>Challenges Faced</vt:lpstr>
      <vt:lpstr>Conclusion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Title</dc:title>
  <dc:subject/>
  <dc:creator/>
  <cp:keywords/>
  <dc:description>generated using python-pptx</dc:description>
  <cp:lastModifiedBy>niem</cp:lastModifiedBy>
  <cp:revision>3</cp:revision>
  <dcterms:created xsi:type="dcterms:W3CDTF">2013-01-27T09:14:16Z</dcterms:created>
  <dcterms:modified xsi:type="dcterms:W3CDTF">2026-05-18T09:52:39Z</dcterms:modified>
  <cp:category/>
</cp:coreProperties>
</file>