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 &amp; Logo Rendering with Transformations</a:t>
            </a:r>
          </a:p>
          <a:p>
            <a:r>
              <a:t>Using OpenGL and GLUT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Neima Berihun — ID: 44029</a:t>
            </a:r>
          </a:p>
          <a:p>
            <a:r>
              <a:t>2. Hayat Getahun — ID: 43994</a:t>
            </a:r>
          </a:p>
          <a:p>
            <a:r>
              <a:t>3. Adebabay Semegew</a:t>
            </a:r>
          </a:p>
          <a:p>
            <a:r>
              <a:t>4. Sendeq Ngussie</a:t>
            </a:r>
          </a:p>
          <a:p>
            <a:r>
              <a:t>5. Yosef Endalemaw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Render Pepsi Logo and EU Flag</a:t>
            </a:r>
          </a:p>
          <a:p>
            <a:r>
              <a:t>• Apply OpenGL graphics concepts</a:t>
            </a:r>
          </a:p>
          <a:p>
            <a:r>
              <a:t>• Use RGB colors and transformations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Points</a:t>
            </a:r>
          </a:p>
          <a:p>
            <a:r>
              <a:t>• Lines</a:t>
            </a:r>
          </a:p>
          <a:p>
            <a:r>
              <a:t>• Polygons</a:t>
            </a:r>
          </a:p>
          <a:p>
            <a:r>
              <a:t>• RGB Colors</a:t>
            </a:r>
          </a:p>
          <a:p>
            <a:r>
              <a:t>• Transformations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Translation</a:t>
            </a:r>
          </a:p>
          <a:p>
            <a:r>
              <a:t>2. Rotation</a:t>
            </a:r>
          </a:p>
          <a:p>
            <a:r>
              <a:t>3. Scaling</a:t>
            </a:r>
          </a:p>
          <a:p/>
          <a:p>
            <a:r>
              <a:t>Implemented using OpenGL transformation functions.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RGB Color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colors were researched and implemented using RGB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Pepsi 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Circle rendering</a:t>
            </a:r>
          </a:p>
          <a:p>
            <a:r>
              <a:t>• Wave design</a:t>
            </a:r>
          </a:p>
          <a:p>
            <a:r>
              <a:t>• Rotation animation</a:t>
            </a:r>
          </a:p>
          <a:p>
            <a:r>
              <a:t>• Text rendering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Flag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Blue rectangular background</a:t>
            </a:r>
          </a:p>
          <a:p>
            <a:r>
              <a:t>• 12 golden stars</a:t>
            </a:r>
          </a:p>
          <a:p>
            <a:r>
              <a:t>• Circular arrangement using trigonometry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Animation was added using timer functions.</a:t>
            </a:r>
          </a:p>
          <a:p>
            <a:r>
              <a:t>The Pepsi logo rotates continuously.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Drawing smooth curves</a:t>
            </a:r>
          </a:p>
          <a:p>
            <a:r>
              <a:t>• Positioning stars correctly</a:t>
            </a:r>
          </a:p>
          <a:p>
            <a:r>
              <a:t>• Applying transformations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demonstrates OpenGL graphics concepts including primitives, colors, transformations, and animation.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